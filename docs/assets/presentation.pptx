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dataset story and frame the deck as a business-ready summary of customer behavior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the uploaded dataset was interpreted and which fields drove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which customers appear most valuable and where acquisition quality is strongest.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explain the behavioral signals that separate stronger sessions from weaker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Condense the analysis into the most portable executive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the patterns into actions across marketing, merchandising, and experience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emphasizing speed, clarity, and repeatability for future ecommerce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4054"/>
                </a:solidFill>
              </a:rPr>
              <a:t>E-Commerce Customer Behavior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This presentation summarizes the uploaded ecommerce</a:t>
            </a:r>
            <a:br/>
            <a:r>
              <a:t>dataset in a stakeholder-friendly format.</a:t>
            </a:r>
          </a:p>
          <a:p>
            <a:pPr>
              <a:spcAft>
                <a:spcPts val="700"/>
              </a:spcAft>
              <a:defRPr sz="1600"/>
            </a:pPr>
            <a:r>
              <a:t>The dataset includes 420 rows and 18 columns of customer,</a:t>
            </a:r>
            <a:br/>
            <a:r>
              <a:t>channel, and behavioral information.</a:t>
            </a:r>
          </a:p>
          <a:p>
            <a:pPr>
              <a:spcAft>
                <a:spcPts val="700"/>
              </a:spcAft>
              <a:defRPr sz="1600"/>
            </a:pPr>
            <a:r>
              <a:t>Average conversion / purchase rate is 38.3%.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4054"/>
                </a:solidFill>
              </a:rPr>
              <a:t>Dataset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The dataset has been automatically profiled to detect</a:t>
            </a:r>
            <a:br/>
            <a:r>
              <a:t>customer segments, channel information, and business</a:t>
            </a:r>
            <a:br/>
            <a:r>
              <a:t>outcomes.</a:t>
            </a:r>
          </a:p>
          <a:p>
            <a:pPr>
              <a:spcAft>
                <a:spcPts val="700"/>
              </a:spcAft>
              <a:defRPr sz="1600"/>
            </a:pPr>
            <a:r>
              <a:t>Peak performance currently appears in Nov.</a:t>
            </a:r>
          </a:p>
          <a:p>
            <a:pPr>
              <a:spcAft>
                <a:spcPts val="700"/>
              </a:spcAft>
              <a:defRPr sz="1600"/>
            </a:pPr>
            <a:r>
              <a:t>Most informative customer grouping detected: VisitorType.</a:t>
            </a:r>
          </a:p>
          <a:p>
            <a:pPr>
              <a:spcAft>
                <a:spcPts val="700"/>
              </a:spcAft>
              <a:defRPr sz="1600"/>
            </a:pPr>
            <a:r>
              <a:t>Most informative acquisition grouping detected:</a:t>
            </a:r>
            <a:br/>
            <a:r>
              <a:t>TrafficType.</a:t>
            </a:r>
          </a:p>
        </p:txBody>
      </p:sp>
      <p:pic>
        <p:nvPicPr>
          <p:cNvPr id="4" name="Picture 3" descr="time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07008"/>
            <a:ext cx="2907792" cy="15992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4054"/>
                </a:solidFill>
              </a:rPr>
              <a:t>Target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The strongest customer segment in the uploaded data is</a:t>
            </a:r>
            <a:br/>
            <a:r>
              <a:t>Returning_Visitor.</a:t>
            </a:r>
          </a:p>
          <a:p>
            <a:pPr>
              <a:spcAft>
                <a:spcPts val="700"/>
              </a:spcAft>
              <a:defRPr sz="1600"/>
            </a:pPr>
            <a:r>
              <a:t>The strongest acquisition or channel grouping is 2.</a:t>
            </a:r>
          </a:p>
          <a:p>
            <a:pPr>
              <a:spcAft>
                <a:spcPts val="700"/>
              </a:spcAft>
              <a:defRPr sz="1600"/>
            </a:pPr>
            <a:r>
              <a:t>Priority audiences are the segments that combine stronger</a:t>
            </a:r>
            <a:br/>
            <a:r>
              <a:t>conversion signals with stronger engagement behavior.</a:t>
            </a:r>
          </a:p>
          <a:p>
            <a:pPr>
              <a:spcAft>
                <a:spcPts val="700"/>
              </a:spcAft>
              <a:defRPr sz="1600"/>
            </a:pPr>
            <a:r>
              <a:t>These segments are the best candidates for campaign</a:t>
            </a:r>
            <a:br/>
            <a:r>
              <a:t>prioritization and personalized targeting.</a:t>
            </a:r>
          </a:p>
        </p:txBody>
      </p:sp>
      <p:pic>
        <p:nvPicPr>
          <p:cNvPr id="4" name="Picture 3" descr="customer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07008"/>
            <a:ext cx="2907792" cy="1599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4054"/>
                </a:solidFill>
              </a:rPr>
              <a:t>Behavioral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PageValues is higher for converting sessions (21.05 vs</a:t>
            </a:r>
            <a:br/>
            <a:r>
              <a:t>6.81).</a:t>
            </a:r>
          </a:p>
          <a:p>
            <a:pPr>
              <a:spcAft>
                <a:spcPts val="700"/>
              </a:spcAft>
              <a:defRPr sz="1600"/>
            </a:pPr>
            <a:r>
              <a:t>BounceRates is lower for converting sessions (0.043 vs</a:t>
            </a:r>
            <a:br/>
            <a:r>
              <a:t>0.048).</a:t>
            </a:r>
          </a:p>
          <a:p>
            <a:pPr>
              <a:spcAft>
                <a:spcPts val="700"/>
              </a:spcAft>
              <a:defRPr sz="1600"/>
            </a:pPr>
            <a:r>
              <a:t>Bucket analysis based on PageValues shows where</a:t>
            </a:r>
            <a:br/>
            <a:r>
              <a:t>commercial performance improves.</a:t>
            </a:r>
          </a:p>
          <a:p>
            <a:pPr>
              <a:spcAft>
                <a:spcPts val="700"/>
              </a:spcAft>
              <a:defRPr sz="1600"/>
            </a:pPr>
            <a:r>
              <a:t>Behavior and customer quality are working together rather</a:t>
            </a:r>
            <a:br/>
            <a:r>
              <a:t>than independently.</a:t>
            </a:r>
          </a:p>
        </p:txBody>
      </p:sp>
      <p:pic>
        <p:nvPicPr>
          <p:cNvPr id="4" name="Picture 3" descr="engagement_bu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07008"/>
            <a:ext cx="2907792" cy="15992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4054"/>
                </a:solidFill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Top time period: Nov.</a:t>
            </a:r>
          </a:p>
          <a:p>
            <a:pPr>
              <a:spcAft>
                <a:spcPts val="700"/>
              </a:spcAft>
              <a:defRPr sz="1600"/>
            </a:pPr>
            <a:r>
              <a:t>Top customer segment: Returning_Visitor.</a:t>
            </a:r>
          </a:p>
          <a:p>
            <a:pPr>
              <a:spcAft>
                <a:spcPts val="700"/>
              </a:spcAft>
              <a:defRPr sz="1600"/>
            </a:pPr>
            <a:r>
              <a:t>Top channel grouping: 2.</a:t>
            </a:r>
          </a:p>
          <a:p>
            <a:pPr>
              <a:spcAft>
                <a:spcPts val="700"/>
              </a:spcAft>
              <a:defRPr sz="1600"/>
            </a:pPr>
            <a:r>
              <a:t>The dataset suggests that acquisition quality and on-site</a:t>
            </a:r>
            <a:br/>
            <a:r>
              <a:t>engagement both influence business outcomes.</a:t>
            </a:r>
          </a:p>
        </p:txBody>
      </p:sp>
      <p:pic>
        <p:nvPicPr>
          <p:cNvPr id="4" name="Picture 3" descr="channe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07008"/>
            <a:ext cx="2907792" cy="1599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4054"/>
                </a:solidFill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Focus budget on the strongest channels and customer</a:t>
            </a:r>
            <a:br/>
            <a:r>
              <a:t>groups identified in the analysis.</a:t>
            </a:r>
          </a:p>
          <a:p>
            <a:pPr>
              <a:spcAft>
                <a:spcPts val="700"/>
              </a:spcAft>
              <a:defRPr sz="1600"/>
            </a:pPr>
            <a:r>
              <a:t>Improve weak customer journeys by reducing friction and</a:t>
            </a:r>
            <a:br/>
            <a:r>
              <a:t>strengthening discovery paths.</a:t>
            </a:r>
          </a:p>
          <a:p>
            <a:pPr>
              <a:spcAft>
                <a:spcPts val="700"/>
              </a:spcAft>
              <a:defRPr sz="1600"/>
            </a:pPr>
            <a:r>
              <a:t>Use high-intent engagement signals to trigger tailored</a:t>
            </a:r>
            <a:br/>
            <a:r>
              <a:t>offers, retention flows, or remarketing.</a:t>
            </a:r>
          </a:p>
          <a:p>
            <a:pPr>
              <a:spcAft>
                <a:spcPts val="700"/>
              </a:spcAft>
              <a:defRPr sz="1600"/>
            </a:pPr>
            <a:r>
              <a:t>Track the same dimensions over time to validate whether</a:t>
            </a:r>
            <a:br/>
            <a:r>
              <a:t>conversion improves after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4054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The uploaded ecommerce dataset can be turned into a clear</a:t>
            </a:r>
            <a:br/>
            <a:r>
              <a:t>commercial story without manual chart building.</a:t>
            </a:r>
          </a:p>
          <a:p>
            <a:pPr>
              <a:spcAft>
                <a:spcPts val="700"/>
              </a:spcAft>
              <a:defRPr sz="1600"/>
            </a:pPr>
            <a:r>
              <a:t>Target segments, channel quality, and engagement behavior</a:t>
            </a:r>
            <a:br/>
            <a:r>
              <a:t>are the main drivers surfaced by the analysis.</a:t>
            </a:r>
          </a:p>
          <a:p>
            <a:pPr>
              <a:spcAft>
                <a:spcPts val="700"/>
              </a:spcAft>
              <a:defRPr sz="1600"/>
            </a:pPr>
            <a:r>
              <a:t>This workflow is designed to help analysts move quickly</a:t>
            </a:r>
            <a:br/>
            <a:r>
              <a:t>from raw data to presentation-ready outputs.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